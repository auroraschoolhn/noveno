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43" y="2353716"/>
            <a:ext cx="3414712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18102" y="2829966"/>
            <a:ext cx="6355794" cy="12266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b="1" sz="4200" i="0" u="none">
                <a:solidFill>
                  <a:srgbClr val="0F172A"/>
                </a:solidFill>
                <a:latin typeface="Space Grotesk"/>
              </a:rPr>
              <a:t>Tecnología e Inteligencia</a:t>
            </a:r>
            <a:r>
              <a:t>
</a:t>
            </a:r>
            <a:r>
              <a:rPr b="1" sz="4200" i="0" u="none">
                <a:solidFill>
                  <a:srgbClr val="0F172A"/>
                </a:solidFill>
                <a:latin typeface="Space Grotesk"/>
              </a:rPr>
              <a:t> Artificial Generativa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09837" y="4056608"/>
            <a:ext cx="717232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Plus Jakarta Sans"/>
              </a:rPr>
              <a:t>Plantilla Base Minimalista para el Ejercicio Práctico de Animaciones y Transiciones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1043" y="2429916"/>
            <a:ext cx="138112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3244"/>
            <a:ext cx="5334000" cy="23544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23244"/>
            <a:ext cx="5334000" cy="2354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75669"/>
            <a:ext cx="486060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Creación Automática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385244"/>
            <a:ext cx="46291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La IA generativa utiliza modelos avanzados de aprendizaje profundo capaces de producir texto, imágenes, código fuente y audio de alta calidad a partir de instrucciones simples.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38925" y="2975669"/>
            <a:ext cx="4860607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Transformación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385244"/>
            <a:ext cx="46291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Herramientas como ChatGPT, Midjourney y Copilot están redefiniendo el trabajo creativo y técnico, aumentando la productividad y automatizando tareas complejas.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pace Grotesk"/>
              </a:rPr>
              <a:t>¿Qué es la IA Generativa?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5975"/>
            <a:ext cx="5334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085975"/>
            <a:ext cx="50673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Asistencia inteligente en programación y desarrollo de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786955"/>
            <a:ext cx="50673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Generación de arte digital, diseño gráfico y maquetación.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213645"/>
            <a:ext cx="50673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Redacción asistida, traducción automática y síntesis de voz.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640335"/>
            <a:ext cx="50673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Personalización del aprendizaje en entornos educativos modernos.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85975"/>
            <a:ext cx="456247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pace Grotesk"/>
              </a:rPr>
              <a:t>Impacto y Aplicaciones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30772"/>
            <a:ext cx="11049000" cy="333925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40297"/>
          <a:ext cx="11029948" cy="3320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69802"/>
                <a:gridCol w="3390900"/>
                <a:gridCol w="2563713"/>
                <a:gridCol w="2605533"/>
              </a:tblGrid>
              <a:tr h="83005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Tipo de Modelo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Función Principal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Ejemplos Clave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Space Grotesk"/>
                        </a:rPr>
                        <a:t>Área de Aplicación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83005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Modelos de Lenguaje (LLM)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Procesamiento y generación de texto natural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ChatGPT, Gemini, Claude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Redacción, resúmenes, código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0051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Modelos de Difusión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Creación de imágenes y arte visual a partir de texto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Midjourney, DALL-E, Stable Diffusion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Diseño gráfico, ilustración, publicidad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3005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Sintetizadores de Audio/Video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Generación de clips de voz, música y video sintético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Sora, ElevenLabs, Suno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Producción audiovisual y locución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752725"/>
            <a:ext cx="246980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50827" y="2752725"/>
            <a:ext cx="3390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41727" y="2752725"/>
            <a:ext cx="256371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005441" y="2752725"/>
            <a:ext cx="26055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3653730"/>
            <a:ext cx="246980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50827" y="3653730"/>
            <a:ext cx="3390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41727" y="3653730"/>
            <a:ext cx="256371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5441" y="3653730"/>
            <a:ext cx="26055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4554735"/>
            <a:ext cx="2469802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50827" y="4554735"/>
            <a:ext cx="33909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1727" y="4554735"/>
            <a:ext cx="256371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5441" y="4554735"/>
            <a:ext cx="26055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pace Grotesk"/>
              </a:rPr>
              <a:t>Modelos de IA Generativa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081" y="2242244"/>
            <a:ext cx="2509837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2718494"/>
            <a:ext cx="11601450" cy="828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100" i="0" u="none">
                <a:solidFill>
                  <a:srgbClr val="0F172A"/>
                </a:solidFill>
                <a:latin typeface="Space Grotesk"/>
              </a:rPr>
              <a:t>¡Manos a la Obra!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699569"/>
            <a:ext cx="110490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475569"/>
                </a:solidFill>
                <a:latin typeface="Plus Jakarta Sans"/>
              </a:rPr>
              <a:t>Aplica las transiciones de diapositiva y animaciones de entrada/énfasis a cada elemento.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415730"/>
            <a:ext cx="110490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891B2"/>
                </a:solidFill>
                <a:latin typeface="Plus Jakarta Sans SemiBold"/>
              </a:rPr>
              <a:t>Ejercicio Práctico en PowerPoint | Tecnología &amp; IA Generativa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3481" y="2318444"/>
            <a:ext cx="10953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2087" y="3562201"/>
            <a:ext cx="857250" cy="476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7462" y="3555652"/>
            <a:ext cx="81724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Plus Jakarta Sans"/>
              </a:rPr>
              <a:t>https://images.stockcake.com/public/3/8/2/382a5a87-0c02-4bb0-a312-f1f424e4a477_large/digital-brain-illuminated-stockcake.jpg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57462" y="3801367"/>
            <a:ext cx="81724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stockcake.com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Space Grotesk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